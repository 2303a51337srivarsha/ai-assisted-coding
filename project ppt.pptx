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80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67D62">
              <a:alpha val="20000"/>
            </a:srgbClr>
          </a:solidFill>
          <a:ln w="12700">
            <a:solidFill>
              <a:srgbClr val="067D6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E47911">
              <a:alpha val="15000"/>
            </a:srgbClr>
          </a:solidFill>
          <a:ln w="12700">
            <a:solidFill>
              <a:srgbClr val="E4791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400" dirty="0">
                <a:solidFill>
                  <a:srgbClr val="FFFFFF"/>
                </a:solidFill>
              </a:rPr>
              <a:t>SmartMart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47911"/>
                </a:solidFill>
              </a:rPr>
              <a:t>Online Supermarket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240280"/>
            <a:ext cx="2743200" cy="4572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926080"/>
            <a:ext cx="6400800" cy="16916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017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7911"/>
                </a:solidFill>
              </a:rPr>
              <a:t>Details: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98209" y="33832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/>
              <a:t>Name: </a:t>
            </a:r>
            <a:r>
              <a:rPr lang="en-US" sz="1200" dirty="0" err="1"/>
              <a:t>Pabbu</a:t>
            </a:r>
            <a:r>
              <a:rPr lang="en-US" sz="1200" dirty="0"/>
              <a:t> </a:t>
            </a:r>
            <a:r>
              <a:rPr lang="en-US" sz="1200" dirty="0" err="1"/>
              <a:t>Srivarsha</a:t>
            </a:r>
            <a:endParaRPr lang="en-US" sz="1200" dirty="0"/>
          </a:p>
          <a:p>
            <a:r>
              <a:rPr lang="en-US" sz="1200" b="1" dirty="0"/>
              <a:t>Ht.No:</a:t>
            </a:r>
            <a:r>
              <a:rPr lang="en-US" sz="1200" dirty="0"/>
              <a:t>2303a51337</a:t>
            </a:r>
          </a:p>
          <a:p>
            <a:r>
              <a:rPr lang="en-US" sz="1200" b="1" dirty="0"/>
              <a:t>Department: </a:t>
            </a:r>
            <a:r>
              <a:rPr lang="en-US" sz="1200" dirty="0"/>
              <a:t>Computer Science 
</a:t>
            </a:r>
            <a:r>
              <a:rPr lang="en-US" sz="1200" b="1" dirty="0"/>
              <a:t>Academic Year: </a:t>
            </a:r>
            <a:r>
              <a:rPr lang="en-US" sz="1200" dirty="0"/>
              <a:t>2025 – 2026</a:t>
            </a:r>
          </a:p>
          <a:p>
            <a:r>
              <a:rPr lang="en-US" sz="1200" b="1" dirty="0"/>
              <a:t>Institution: </a:t>
            </a:r>
            <a:r>
              <a:rPr lang="en-US" sz="1200" dirty="0"/>
              <a:t>SR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What is SmartMart?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2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5120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00200"/>
            <a:ext cx="164592" cy="315468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7D62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SmartMart is a feature-rich browser-based Online Supermarket System that simulates a real-world e-commerce grocery platform. It provides a seamless shopping experience for Customers and a powerful management dashboard for Staff and Admins — all in a single HTML/JS/CSS web application.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The system is AI-assisted: all source code was generated using AI tools (ChatGPT / Copilot) with targeted prompts, demonstrating AI-driven software development.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645920"/>
            <a:ext cx="1600200" cy="777240"/>
          </a:xfrm>
          <a:prstGeom prst="rect">
            <a:avLst/>
          </a:prstGeom>
          <a:solidFill>
            <a:srgbClr val="F0FB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07568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7D62"/>
                </a:solidFill>
              </a:rPr>
              <a:t>Customer Storefront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1645920"/>
            <a:ext cx="1600200" cy="777240"/>
          </a:xfrm>
          <a:prstGeom prst="rect">
            <a:avLst/>
          </a:prstGeom>
          <a:solidFill>
            <a:srgbClr val="F0FB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207568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7D62"/>
                </a:solidFill>
              </a:rPr>
              <a:t>Admin Dashboard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651760"/>
            <a:ext cx="1600200" cy="777240"/>
          </a:xfrm>
          <a:prstGeom prst="rect">
            <a:avLst/>
          </a:prstGeom>
          <a:solidFill>
            <a:srgbClr val="F0FB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308152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7D62"/>
                </a:solidFill>
              </a:rPr>
              <a:t>Staff Order Manager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2651760"/>
            <a:ext cx="1600200" cy="777240"/>
          </a:xfrm>
          <a:prstGeom prst="rect">
            <a:avLst/>
          </a:prstGeom>
          <a:solidFill>
            <a:srgbClr val="F0FB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52360" y="308152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7D62"/>
                </a:solidFill>
              </a:rPr>
              <a:t>Smart Alerts Engine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3657600"/>
            <a:ext cx="1600200" cy="777240"/>
          </a:xfrm>
          <a:prstGeom prst="rect">
            <a:avLst/>
          </a:prstGeom>
          <a:solidFill>
            <a:srgbClr val="F0FB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408736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7D62"/>
                </a:solidFill>
              </a:rPr>
              <a:t>Inventory Tracker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52360" y="3657600"/>
            <a:ext cx="1600200" cy="777240"/>
          </a:xfrm>
          <a:prstGeom prst="rect">
            <a:avLst/>
          </a:prstGeom>
          <a:solidFill>
            <a:srgbClr val="F0FB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523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52360" y="408736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7D62"/>
                </a:solidFill>
              </a:rPr>
              <a:t>Profit &amp; Loss 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Goals we set out to achieve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3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00200"/>
            <a:ext cx="50292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0020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7911"/>
                </a:solidFill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Multi-Role Access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Separate login flows for Customer, Staff, and Admin with role-specific views and feature access control.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600200"/>
            <a:ext cx="50292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0020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7911"/>
                </a:solidFill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Full E-Commerce 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Product browsing, cart management, checkout with GST calculation, and order confirmation for customers.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9748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97480"/>
            <a:ext cx="50292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9748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7911"/>
                </a:solidFill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770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Live Inventory Management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55 real-world Indian grocery products tracked with stock levels, reorder points, and expiry dates.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697480"/>
            <a:ext cx="50292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69748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7911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2770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AI-Powered Alert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Automated expiry and low-stock alerts categorised by severity (Critical, Warning, Info) for each role.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79476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794760"/>
            <a:ext cx="50292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79476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7911"/>
                </a:solidFill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3867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Analytics &amp; Profit Reporting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Admin-only dashboards showing sales trends, category performance, P&amp;L statements, and top products.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794760"/>
            <a:ext cx="4206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794760"/>
            <a:ext cx="502920" cy="9875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79476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7911"/>
                </a:solidFill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49240" y="3867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AI-Assisted Development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Entire codebase generated using AI prompting (ChatGPT / GitHub Copilot), showcasing modern AI dev workflows.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Stakeholders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Who uses SmartMart?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4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00200"/>
            <a:ext cx="2697480" cy="59436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1600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Customer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D62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Browses 55+ grocery products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D62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Filters by category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826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D62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Adds items to cart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581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D62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Checks out with GST billing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D62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Tracks order 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1600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600200"/>
            <a:ext cx="269748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69080" y="1600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Staff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9184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Views all incoming orders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2807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Updates order status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32826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Monitors expiry alerts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37581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Tracks low stock alerts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Manages inventory table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1600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1600200"/>
            <a:ext cx="26974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03720" y="1600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2648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Full access to all sections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2807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Profit &amp; Loss dashboard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32826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Sales analytics &amp; charts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37581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Supplier management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26480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✔  </a:t>
            </a:r>
            <a:r>
              <a:rPr lang="en-US" sz="1050" dirty="0">
                <a:solidFill>
                  <a:srgbClr val="111827"/>
                </a:solidFill>
              </a:rPr>
              <a:t>All alerts + watch-level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Technologies Used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Programming Languages, Tools &amp; Software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5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709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HTML5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496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Semantic structure, multi-view SPA layout, modals, forms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1709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46888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CSS3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0320" y="2496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Amazon-style navigation, card layouts, responsive grids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1709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JavaScript (ES6)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2496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All app logic — login, cart, orders, charts, alerts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709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6656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Chart.js 4.4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0" y="2496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Bar, pie, line, doughnut charts for analytics &amp; P&amp;L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108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3218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20040" y="3703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ChatGPT / GPT-4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Primary AI tool used to generate all code via prompts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3108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68880" y="3218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🧑‍💻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468880" y="3703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GitHub Copilot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6032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In-editor AI assist for code completion and refinement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3108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17720" y="3218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617720" y="3703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VS Code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0916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Code editor used to organise and run the project locally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66560" y="3108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66560" y="3218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766560" y="3703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A"/>
                </a:solidFill>
              </a:rPr>
              <a:t>Browser (Chrome)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5800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Runtime environment; no backend/server required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AI Prompts Used — Part 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Prompts that generated the core codebase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6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45920"/>
            <a:ext cx="548640" cy="749808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Login &amp; Role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99339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"Build a login screen for a supermarket system. Users can enter their name, select a role (Customer, Staff, Admin) using clickable role cards, and enter any demo password. After login, show different screens based on role."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68880"/>
            <a:ext cx="548640" cy="749808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688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Customer Storefront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81635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"Create an Amazon-style customer shop with a top navbar (logo, search bar, cart button), category sub-nav, left sidebar category filter, and a product grid. Products should have name, price, rating, add-to-cart button."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91840"/>
            <a:ext cx="548640" cy="749808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Cart &amp; Checkout Modal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63931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"Add a slide-in cart drawer showing selected items, quantity controls, subtotal, 5% GST, and grand total. Include a checkout modal that collects name, phone, address and places the order. Show order success with order ID."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14800"/>
            <a:ext cx="548640" cy="749808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148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Admin Dashboard Overview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46227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"Create an admin dashboard sidebar with sections: Overview, Alerts, Inventory, Orders, Profit &amp; Loss, Analytics, Suppliers. The Overview should have metric cards (products, revenue, profit, low stock, expiry alerts)."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AI Prompts Used — Part 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Prompts that generated advanced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7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45920"/>
            <a:ext cx="548640" cy="749808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Product Data 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99339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"Create a JavaScript data.js file with 55 real Indian supermarket products across 12 categories (Dairy, Fruits, Vegetables, Snacks, Beverages, Grains, Bakery, Oils, Personal Care, Frozen, Spices, Confectionery) with fields: id, name, cat, cost price, sell price, stock, sold, reorder level, expiry date, supplier, rating, reviews."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68880"/>
            <a:ext cx="548640" cy="749808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688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Alert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81635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"Build an alerts engine that scans all products and generates alerts for: (1) expired items, (2) items expiring within 1–2 days (critical), (3) items expiring in 3–5 days (warning), (4) out-of-stock items, (5) critically low stock. Filter alerts by role — staff see expiry+stock, admin also see watch-level."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91840"/>
            <a:ext cx="548640" cy="749808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Analytics &amp; Charts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63931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"Using Chart.js, add charts: weekly sales bar chart (revenue vs cost), category pie chart, inventory stock bar chart, hourly order volume, top 10 products bar chart, revenue by category doughnut chart, profit/loss 30-day line chart, and top margin products horizontal bar."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14800"/>
            <a:ext cx="548640" cy="749808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148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Orders &amp; Suppliers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46227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"Create an orders management section where staff/admin can see all customer orders with status badges (Pending/Packed/Delivered), update status via dropdowns, and view order totals with GST. Also add a supplier directory table with 12 suppliers, their contact info, last order date, and status."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System Workflow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How SmartMart works end-to-end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8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🔐  User Login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2377440" cy="4572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Customer Role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2423160"/>
            <a:ext cx="23774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🧾 Staff Role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2423160"/>
            <a:ext cx="23774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🔐 Admin Role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103120"/>
            <a:ext cx="0" cy="32004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2258568"/>
            <a:ext cx="612648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2258568"/>
            <a:ext cx="0" cy="164592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258568"/>
            <a:ext cx="0" cy="164592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258568"/>
            <a:ext cx="0" cy="164592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154680"/>
            <a:ext cx="2377440" cy="411480"/>
          </a:xfrm>
          <a:prstGeom prst="rect">
            <a:avLst/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7D62"/>
                </a:solidFill>
              </a:rPr>
              <a:t>Browse Products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2377440" cy="411480"/>
          </a:xfrm>
          <a:prstGeom prst="rect">
            <a:avLst/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7D62"/>
                </a:solidFill>
              </a:rPr>
              <a:t>Add to Cart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343400"/>
            <a:ext cx="2377440" cy="41148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Checkout &amp; Order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08760" y="2880360"/>
            <a:ext cx="0" cy="27432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8760" y="3566160"/>
            <a:ext cx="0" cy="18288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4160520"/>
            <a:ext cx="0" cy="18288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3154680"/>
            <a:ext cx="237744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832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</a:rPr>
              <a:t>View Orders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</a:rPr>
              <a:t>Update Status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83280" y="4343400"/>
            <a:ext cx="23774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8328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Monitor Alerts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880360"/>
            <a:ext cx="0" cy="27432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3566160"/>
            <a:ext cx="0" cy="18288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4160520"/>
            <a:ext cx="0" cy="18288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3154680"/>
            <a:ext cx="237744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4652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</a:rPr>
              <a:t>Dashboard + Analytics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46520" y="3749040"/>
            <a:ext cx="237744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4652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4A"/>
                </a:solidFill>
              </a:rPr>
              <a:t>Profit &amp; Loss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46520" y="4343400"/>
            <a:ext cx="237744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4652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Supplier Mgmt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35240" y="2880360"/>
            <a:ext cx="0" cy="27432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35240" y="3566160"/>
            <a:ext cx="0" cy="18288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35240" y="4160520"/>
            <a:ext cx="0" cy="18288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Front-End Application View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Key screens of the SmartMart web application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9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2743200" cy="1554480"/>
          </a:xfrm>
          <a:prstGeom prst="rect">
            <a:avLst/>
          </a:prstGeom>
          <a:solidFill>
            <a:srgbClr val="E8F4F0"/>
          </a:solidFill>
          <a:ln w="12700">
            <a:solidFill>
              <a:srgbClr val="067D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09928"/>
            <a:ext cx="246888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099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</a:rPr>
              <a:t>[ Screenshot Area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Login Screen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Role-based sign-in with Customer, Staff &amp; Admin cards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1600200"/>
            <a:ext cx="2743200" cy="1554480"/>
          </a:xfrm>
          <a:prstGeom prst="rect">
            <a:avLst/>
          </a:prstGeom>
          <a:solidFill>
            <a:srgbClr val="FFF8E1"/>
          </a:solidFill>
          <a:ln w="12700">
            <a:solidFill>
              <a:srgbClr val="E479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709928"/>
            <a:ext cx="246888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7099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</a:rPr>
              <a:t>[ Screenshot Area 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Customer Store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Amazon-style product grid with search, categories &amp; cart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1600200"/>
            <a:ext cx="2743200" cy="1554480"/>
          </a:xfrm>
          <a:prstGeom prst="rect">
            <a:avLst/>
          </a:prstGeom>
          <a:solidFill>
            <a:srgbClr val="EEF2FF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709928"/>
            <a:ext cx="246888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7099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</a:rPr>
              <a:t>[ Screenshot Area 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Admin 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Overview with KPI metric cards, weekly sales &amp; category charts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291840"/>
            <a:ext cx="2743200" cy="155448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401568"/>
            <a:ext cx="246888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01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</a:rPr>
              <a:t>[ Screenshot Area 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Inventory Manager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55-product table with stock levels, expiry &amp; supplier info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23260" y="3383280"/>
            <a:ext cx="2743200" cy="155448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401568"/>
            <a:ext cx="246888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401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</a:rPr>
              <a:t>[ Screenshot Area 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Alert Engine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Role-filtered critical/warning/info alerts with action buttons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80760" y="3291840"/>
            <a:ext cx="27432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401568"/>
            <a:ext cx="246888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4015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</a:rPr>
              <a:t>[ Screenshot Area 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Orders &amp; Profit View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Customer order tracking + P&amp;L, analytics charts for admin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FF58E77-6244-EDBC-DB3A-B7EEF5617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9072"/>
            <a:ext cx="2468880" cy="7680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2E76637-1261-9C27-13E5-8776EAF1C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1" y="1636776"/>
            <a:ext cx="2514600" cy="85039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AD0819E-9988-ECDD-DA4E-CBE6EEDC4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1687068"/>
            <a:ext cx="2514600" cy="96469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467D02-0D1D-B502-476E-56ED33B46B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66398"/>
            <a:ext cx="2468880" cy="81240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618CD31-1434-38D0-3568-8039A4FFF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438144"/>
            <a:ext cx="2468879" cy="74980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A52B9D2-7ECF-0842-3223-F657EE473F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01568"/>
            <a:ext cx="2491740" cy="9189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AI Tools Used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Tools leveraged for this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12 / 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27632"/>
            <a:ext cx="731520" cy="9601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2763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1700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ChatGPT (GPT-4o)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A37F"/>
                </a:solidFill>
              </a:rPr>
              <a:t>Primary Code Generator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764792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7190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All HTML structure, JavaScript logic, CSS styling, and data files were written via detailed prompts to ChatGPT. Each feature (login, cart, alerts, charts) was built prompt-by-prompt.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706624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06624"/>
            <a:ext cx="731520" cy="96012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06624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🧑‍💻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2779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GitHub Copilot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054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292F"/>
                </a:solidFill>
              </a:rPr>
              <a:t>In-Editor AI Assistant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2843784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7980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Used inside VS Code for inline code suggestions, function completions, and debugging help while organising and refining the AI-generated code.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85616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85616"/>
            <a:ext cx="7315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85616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43000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Claude / Gemini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13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Research &amp; Ideation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31920" y="3922776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387705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Used for planning the system architecture, deciding which features to include for each role, and generating the product dataset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SmartMart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Online Supermarket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57200" cy="54864"/>
          </a:xfrm>
          <a:prstGeom prst="rect">
            <a:avLst/>
          </a:prstGeom>
          <a:solidFill>
            <a:srgbClr val="067D6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98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Sources and tools used in this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919472"/>
            <a:ext cx="5486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</a:rPr>
              <a:t>SmartMart | Online Supermarket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B4C8"/>
                </a:solidFill>
              </a:rPr>
              <a:t>14 / 14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[1]  </a:t>
            </a:r>
            <a:r>
              <a:rPr lang="en-US" sz="1100" dirty="0">
                <a:solidFill>
                  <a:srgbClr val="111827"/>
                </a:solidFill>
              </a:rPr>
              <a:t>OpenAI ChatGPT — chat.openai.com — Used for AI-assisted code generation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[2]  </a:t>
            </a:r>
            <a:r>
              <a:rPr lang="en-US" sz="1100" dirty="0">
                <a:solidFill>
                  <a:srgbClr val="111827"/>
                </a:solidFill>
              </a:rPr>
              <a:t>GitHub Copilot — github.com/features/copilot — In-editor AI code completion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[3]  </a:t>
            </a:r>
            <a:r>
              <a:rPr lang="en-US" sz="1100" dirty="0">
                <a:solidFill>
                  <a:srgbClr val="111827"/>
                </a:solidFill>
              </a:rPr>
              <a:t>Chart.js Documentation — chartjs.org — Bar, line, pie &amp; doughnut chart library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[4]  </a:t>
            </a:r>
            <a:r>
              <a:rPr lang="en-US" sz="1100" dirty="0">
                <a:solidFill>
                  <a:srgbClr val="111827"/>
                </a:solidFill>
              </a:rPr>
              <a:t>MDN Web Docs — developer.mozilla.org — HTML5, CSS3, JavaScript ES6 reference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[5]  </a:t>
            </a:r>
            <a:r>
              <a:rPr lang="en-US" sz="1100" dirty="0">
                <a:solidFill>
                  <a:srgbClr val="111827"/>
                </a:solidFill>
              </a:rPr>
              <a:t>Amazon Design System — amazon.in — UI/UX inspiration for the customer storefront layout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84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[6]  </a:t>
            </a:r>
            <a:r>
              <a:rPr lang="en-US" sz="1100" dirty="0">
                <a:solidFill>
                  <a:srgbClr val="111827"/>
                </a:solidFill>
              </a:rPr>
              <a:t>GST India — gst.gov.in — Goods and Services Tax rate reference for billing module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684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[7]  </a:t>
            </a:r>
            <a:r>
              <a:rPr lang="en-US" sz="1100" dirty="0">
                <a:solidFill>
                  <a:srgbClr val="111827"/>
                </a:solidFill>
              </a:rPr>
              <a:t>Statista / NielsenIQ — Market data reference for Indian supermarket product pricing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7D62"/>
                </a:solidFill>
              </a:rPr>
              <a:t>[8]  </a:t>
            </a:r>
            <a:r>
              <a:rPr lang="en-US" sz="1100" dirty="0">
                <a:solidFill>
                  <a:srgbClr val="111827"/>
                </a:solidFill>
              </a:rPr>
              <a:t>VS Code — code.visualstudio.com — Code editor used for development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1513</Words>
  <Application>Microsoft Office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SmartMart - Online Supermarket System</dc:title>
  <dc:subject>PptxGenJS Presentation</dc:subject>
  <dc:creator>PptxGenJS</dc:creator>
  <cp:lastModifiedBy>srivarshapabbu@gmail.com</cp:lastModifiedBy>
  <cp:revision>2</cp:revision>
  <cp:lastPrinted>2026-04-22T06:36:03Z</cp:lastPrinted>
  <dcterms:created xsi:type="dcterms:W3CDTF">2026-04-13T09:50:02Z</dcterms:created>
  <dcterms:modified xsi:type="dcterms:W3CDTF">2026-04-22T06:39:13Z</dcterms:modified>
</cp:coreProperties>
</file>